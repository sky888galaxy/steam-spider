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5"/>
  </p:notesMasterIdLst>
  <p:sldIdLst>
    <p:sldId id="256" r:id="rId3"/>
    <p:sldId id="308" r:id="rId4"/>
    <p:sldId id="307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04" r:id="rId14"/>
  </p:sldIdLst>
  <p:sldSz cx="9144000" cy="5143500" type="screen16x9"/>
  <p:notesSz cx="6858000" cy="9144000"/>
  <p:embeddedFontLst>
    <p:embeddedFont>
      <p:font typeface="Figtree Black" panose="02010600030101010101" charset="0"/>
      <p:bold r:id="rId16"/>
      <p:boldItalic r:id="rId17"/>
    </p:embeddedFont>
    <p:embeddedFont>
      <p:font typeface="Hanken Grotesk" panose="02010600030101010101" charset="0"/>
      <p:regular r:id="rId18"/>
      <p:bold r:id="rId19"/>
      <p:italic r:id="rId20"/>
      <p:boldItalic r:id="rId21"/>
    </p:embeddedFont>
    <p:embeddedFont>
      <p:font typeface="Proxima Nova" panose="02010600030101010101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DEB79A-3D1B-46E8-91AB-CF82DC46F255}">
  <a:tblStyle styleId="{50DEB79A-3D1B-46E8-91AB-CF82DC46F2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0" name="Google Shape;11070;g27759c7d5c0_2_10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1" name="Google Shape;11071;g27759c7d5c0_2_10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title" hasCustomPrompt="1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  <p:sldLayoutId id="2147483658" r:id="rId5"/>
    <p:sldLayoutId id="2147483660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B-crawler</a:t>
            </a:r>
            <a:endParaRPr dirty="0"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anken Grotesk"/>
                <a:ea typeface="Hanken Grotesk"/>
                <a:cs typeface="Hanken Grotesk"/>
                <a:sym typeface="Hanken Grotesk"/>
              </a:rPr>
              <a:t>Here is where your presentation begins</a:t>
            </a:r>
            <a:endParaRPr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4576E-20E7-B5CC-7F65-77BC0F4F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866" y="1164298"/>
            <a:ext cx="5982984" cy="1716315"/>
          </a:xfrm>
        </p:spPr>
        <p:txBody>
          <a:bodyPr/>
          <a:lstStyle/>
          <a:p>
            <a:r>
              <a:rPr lang="en-US" altLang="zh-CN" dirty="0"/>
              <a:t>Steam</a:t>
            </a:r>
            <a:r>
              <a:rPr lang="zh-CN" altLang="en-US" dirty="0"/>
              <a:t>数据抓取与评论分析程序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E78A89-0D00-7634-A6BD-5DE75E2169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组员：</a:t>
            </a:r>
            <a:endParaRPr lang="en-US" altLang="zh-CN" dirty="0"/>
          </a:p>
          <a:p>
            <a:r>
              <a:rPr lang="zh-CN" altLang="en-US" dirty="0"/>
              <a:t>分工：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333A89-00E8-F137-BCEA-4640BBA0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837" y="3285888"/>
            <a:ext cx="1243013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eb crawler Generic Outline Color icon | Freepik">
            <a:extLst>
              <a:ext uri="{FF2B5EF4-FFF2-40B4-BE49-F238E27FC236}">
                <a16:creationId xmlns:a16="http://schemas.microsoft.com/office/drawing/2014/main" id="{69DD99C9-4575-C694-6A5D-D503D1E7C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693" y="2894169"/>
            <a:ext cx="405300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69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DBB6C-E49E-011E-85A0-57DBB671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430009-53EE-511E-4D33-1957D8D64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66934-6311-7383-1895-C25CD44B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背景与目标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64ECB-ABC1-B042-D588-8A41784E4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背景：</a:t>
            </a:r>
            <a:r>
              <a:rPr lang="en-US" altLang="zh-CN" dirty="0"/>
              <a:t>Steam </a:t>
            </a:r>
            <a:r>
              <a:rPr lang="zh-CN" altLang="en-US" dirty="0"/>
              <a:t>平台数据量大、页面结构复杂，存在数据噪声；评论区存在广告</a:t>
            </a:r>
            <a:r>
              <a:rPr lang="en-US" altLang="zh-CN" dirty="0"/>
              <a:t>/</a:t>
            </a:r>
            <a:r>
              <a:rPr lang="zh-CN" altLang="en-US" dirty="0"/>
              <a:t>外挂</a:t>
            </a:r>
            <a:r>
              <a:rPr lang="en-US" altLang="zh-CN" dirty="0"/>
              <a:t>/</a:t>
            </a:r>
            <a:r>
              <a:rPr lang="zh-CN" altLang="en-US" dirty="0"/>
              <a:t>联系方式等威胁信息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目标：</a:t>
            </a:r>
            <a:endParaRPr lang="en-US" altLang="zh-CN" dirty="0"/>
          </a:p>
          <a:p>
            <a:pPr marL="17780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抓取畅销榜游戏基本信息（价格、标签、发售日等）</a:t>
            </a:r>
            <a:endParaRPr lang="en-US" altLang="zh-CN" dirty="0"/>
          </a:p>
          <a:p>
            <a:pPr marL="17780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清洗</a:t>
            </a:r>
            <a:r>
              <a:rPr lang="en-US" altLang="zh-CN" dirty="0"/>
              <a:t>/</a:t>
            </a:r>
            <a:r>
              <a:rPr lang="zh-CN" altLang="en-US" dirty="0"/>
              <a:t>去重，生成可用数据集</a:t>
            </a:r>
            <a:endParaRPr lang="en-US" altLang="zh-CN" dirty="0"/>
          </a:p>
          <a:p>
            <a:pPr marL="17780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抓取评论并识别威胁信息（链接</a:t>
            </a:r>
            <a:r>
              <a:rPr lang="en-US" altLang="zh-CN" dirty="0"/>
              <a:t>/</a:t>
            </a:r>
            <a:r>
              <a:rPr lang="zh-CN" altLang="en-US" dirty="0"/>
              <a:t>关键词</a:t>
            </a:r>
            <a:r>
              <a:rPr lang="en-US" altLang="zh-CN" dirty="0"/>
              <a:t>/</a:t>
            </a:r>
            <a:r>
              <a:rPr lang="zh-CN" altLang="en-US" dirty="0"/>
              <a:t>联系方式）</a:t>
            </a:r>
            <a:endParaRPr lang="en-US" altLang="zh-CN" dirty="0"/>
          </a:p>
          <a:p>
            <a:pPr marL="17780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产出统计与可视化，支持批量分析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687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35194-0F1F-75CE-B821-6B7134F2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总体架构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ACDA72-511A-42A9-8AFF-A2931899C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结构：* 数据抓取：</a:t>
            </a:r>
            <a:r>
              <a:rPr lang="en-US" altLang="zh-CN" dirty="0"/>
              <a:t>`</a:t>
            </a:r>
            <a:r>
              <a:rPr lang="en-US" altLang="zh-CN" dirty="0" err="1"/>
              <a:t>src</a:t>
            </a:r>
            <a:r>
              <a:rPr lang="en-US" altLang="zh-CN" dirty="0"/>
              <a:t>/steam_data_extractor.py`* </a:t>
            </a:r>
            <a:r>
              <a:rPr lang="zh-CN" altLang="en-US" dirty="0"/>
              <a:t>数据清洗：</a:t>
            </a:r>
            <a:r>
              <a:rPr lang="en-US" altLang="zh-CN" dirty="0"/>
              <a:t>`</a:t>
            </a:r>
            <a:r>
              <a:rPr lang="en-US" altLang="zh-CN" dirty="0" err="1"/>
              <a:t>src</a:t>
            </a:r>
            <a:r>
              <a:rPr lang="en-US" altLang="zh-CN" dirty="0"/>
              <a:t>/clean/data_cleaner.py`* </a:t>
            </a:r>
            <a:r>
              <a:rPr lang="zh-CN" altLang="en-US" dirty="0"/>
              <a:t>评论威胁分析：</a:t>
            </a:r>
            <a:r>
              <a:rPr lang="en-US" altLang="zh-CN" dirty="0"/>
              <a:t>`</a:t>
            </a:r>
            <a:r>
              <a:rPr lang="en-US" altLang="zh-CN" dirty="0" err="1"/>
              <a:t>src</a:t>
            </a:r>
            <a:r>
              <a:rPr lang="en-US" altLang="zh-CN" dirty="0"/>
              <a:t>/comments/simple_steam_crawler_easy.py`</a:t>
            </a:r>
          </a:p>
          <a:p>
            <a:endParaRPr lang="en-US" altLang="zh-CN" dirty="0"/>
          </a:p>
          <a:p>
            <a:r>
              <a:rPr lang="zh-CN" altLang="en-US" dirty="0"/>
              <a:t>（流程图）</a:t>
            </a:r>
          </a:p>
        </p:txBody>
      </p:sp>
    </p:spTree>
    <p:extLst>
      <p:ext uri="{BB962C8B-B14F-4D97-AF65-F5344CB8AC3E}">
        <p14:creationId xmlns:p14="http://schemas.microsoft.com/office/powerpoint/2010/main" val="27749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EA609-9EA8-916D-A1AB-A3E956DF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数据抓取模块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8E4954-C89C-5C82-C74A-3A8D6FBD3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20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70F55-0283-7FD6-A5D0-FAB91702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数据清洗模块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F18FF-EFC5-C8FD-5A0A-08742AC00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20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73FE5-7E94-0900-436C-0463F368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评论威胁分析模块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CA6E6A-312C-3CE5-62E3-33112DC9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90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E6AD6-BB44-1B98-AF63-D765E509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批量分析与可视化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EDC6F-88F9-3F11-672A-063A46140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00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B5B94-5EAF-A424-B168-E55240C9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演示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239D5E-4AE4-50FC-A46D-7AE54E4E7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171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66D8F-2C5F-6575-2962-66806F1D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DD526-F4FF-C07A-3B13-1981CA144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06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434736-47AD-352B-5B85-D16F0F08FF60}"/>
              </a:ext>
            </a:extLst>
          </p:cNvPr>
          <p:cNvSpPr txBox="1"/>
          <p:nvPr/>
        </p:nvSpPr>
        <p:spPr>
          <a:xfrm>
            <a:off x="4185794" y="1894642"/>
            <a:ext cx="7724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latin typeface="Figtree Black"/>
                <a:sym typeface="Figtree Black"/>
              </a:rPr>
              <a:t>ty</a:t>
            </a:r>
            <a:endParaRPr lang="zh-CN" altLang="en-US" sz="3800" dirty="0">
              <a:solidFill>
                <a:schemeClr val="bg1"/>
              </a:solidFill>
              <a:latin typeface="Figtree Black"/>
              <a:sym typeface="Figtree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172</Words>
  <Application>Microsoft Office PowerPoint</Application>
  <PresentationFormat>全屏显示(16:9)</PresentationFormat>
  <Paragraphs>24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Figtree Black</vt:lpstr>
      <vt:lpstr>Arial</vt:lpstr>
      <vt:lpstr>Hanken Grotesk</vt:lpstr>
      <vt:lpstr>Proxima Nova</vt:lpstr>
      <vt:lpstr>Elegant Black &amp; White Thesis Defense by Slidesgo</vt:lpstr>
      <vt:lpstr>Slidesgo Final Pages</vt:lpstr>
      <vt:lpstr>B-crawler</vt:lpstr>
      <vt:lpstr>Steam数据抓取与评论分析程序</vt:lpstr>
      <vt:lpstr>PowerPoint 演示文稿</vt:lpstr>
      <vt:lpstr>背景与目标</vt:lpstr>
      <vt:lpstr>总体架构</vt:lpstr>
      <vt:lpstr>数据抓取模块</vt:lpstr>
      <vt:lpstr>数据清洗模块</vt:lpstr>
      <vt:lpstr>评论威胁分析模块</vt:lpstr>
      <vt:lpstr>批量分析与可视化</vt:lpstr>
      <vt:lpstr>演示</vt:lpstr>
      <vt:lpstr>结果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白皓天</dc:creator>
  <cp:lastModifiedBy>皓天 白</cp:lastModifiedBy>
  <cp:revision>2</cp:revision>
  <dcterms:modified xsi:type="dcterms:W3CDTF">2025-11-01T06:54:51Z</dcterms:modified>
</cp:coreProperties>
</file>